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TEAM 4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Submission Portal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384048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PROBLEM STATEMENT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students often exchange assignments through WhatsApp, e-mail or paper. This causes lost files, missed deadlines, unclear submission status and delayed marks.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3840480" cy="109728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37560"/>
            <a:ext cx="502920" cy="3657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429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TASK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3931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backend web application where teachers publish assignments, students submit files before the deadline, and teachers grade the work with feedback.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365760"/>
            <a:ext cx="7315" cy="4069080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365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EXPLANATION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640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6400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create assignments with title, description, deadline and maximum marks.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1170432"/>
            <a:ext cx="3931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197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19786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each assignment as not submitted, submitted, late, overdue or graded.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1728216"/>
            <a:ext cx="3931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17556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7556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assignment; students can resubmit until it is graded.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3931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54880" y="2313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31343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late-check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submission time is compared with the deadline automatically.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2843784"/>
            <a:ext cx="3931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8712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28712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view and download submissions, then give marks with feedback.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3401568"/>
            <a:ext cx="3931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429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4290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show progress, pending work and deadlines, with filters and search.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3959352"/>
            <a:ext cx="3931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54880" y="39867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398678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logged-in users reach data, and each role uses only its own features.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 </a:t>
            </a:r>
            <a:pPr indent="0" marL="0">
              <a:buNone/>
            </a:pPr>
            <a:r>
              <a:rPr lang="en-US" sz="8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Sai Charitha (Lead)  ·  G. Sathvika  ·  G. Ganesh  ·  D. Sai Kumar     </a:t>
            </a:r>
            <a:pPr indent="0" marL="0">
              <a:buNone/>
            </a:pPr>
            <a:r>
              <a:rPr lang="en-US" sz="85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  </a:t>
            </a:r>
            <a:pPr indent="0" marL="0">
              <a:buNone/>
            </a:pPr>
            <a:r>
              <a:rPr lang="en-US" sz="8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Mrs. V. Nikitha Reddy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  ·  ASSIGNMENT SUBMISSION PORTAL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155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OBJECTIVES &amp; APPROACH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4901184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Department of Data Science  ·  Malla Reddy Technical Campus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801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3429000" cy="749808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08760"/>
            <a:ext cx="502920" cy="3657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58191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login with hashed passwords and JWT sessions.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429000" cy="749808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502920" cy="365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40487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teacher roles with ownership checks on every route.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3429000" cy="749808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54680"/>
            <a:ext cx="502920" cy="36576"/>
          </a:xfrm>
          <a:prstGeom prst="rect">
            <a:avLst/>
          </a:prstGeom>
          <a:solidFill>
            <a:srgbClr val="FFB3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22783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File-type whitelist, 10 MB limit and marks range checked.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429000" cy="749808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502920" cy="36576"/>
          </a:xfrm>
          <a:prstGeom prst="rect">
            <a:avLst/>
          </a:prstGeom>
          <a:solidFill>
            <a:srgbClr val="F2E39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0507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relations; one submission per student per assignment.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1280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APPROACH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06240" y="1508760"/>
            <a:ext cx="4480560" cy="493776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1508760"/>
            <a:ext cx="45720" cy="4937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70832" y="15087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150876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frontend (HTML, CSS, vanilla JS) with student and teacher dashboards, calling a REST API built with Express.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06240" y="2057400"/>
            <a:ext cx="4480560" cy="493776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2057400"/>
            <a:ext cx="45720" cy="4937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70832" y="205740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205740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(better-sqlite3) with three tables: users, assignments, submissions.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06240" y="2606040"/>
            <a:ext cx="4480560" cy="493776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2606040"/>
            <a:ext cx="45720" cy="4937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370832" y="260604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40680" y="260604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hashing; JWT in an httpOnly cookie (7-day expiry).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06240" y="3154680"/>
            <a:ext cx="4480560" cy="493776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3154680"/>
            <a:ext cx="45720" cy="4937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70832" y="315468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440680" y="315468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and requireRole middleware; teachers reach only their own assignments.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06240" y="3703320"/>
            <a:ext cx="4480560" cy="493776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06240" y="3703320"/>
            <a:ext cx="45720" cy="4937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370832" y="370332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handling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440680" y="37033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saves uploads with random names; served only to the owner student or owning teacher.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06240" y="4251960"/>
            <a:ext cx="4480560" cy="493776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06240" y="4251960"/>
            <a:ext cx="45720" cy="4937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370832" y="42519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440680" y="425196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headers, login rate limiting and parameterized SQL queries.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  ·  ASSIGNMENT SUBMISSION PORTAL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155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TECH STACK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we used, and why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4901184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Department of Data Science  ·  Malla Reddy Technical Campus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502920" cy="3657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453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7465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198424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0574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on the server: one language for frontend and backend, with non-blocking I/O for uploads.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0" y="132588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325880"/>
            <a:ext cx="502920" cy="365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97480" y="1453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17465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FRAMEWORK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97480" y="198424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697480" y="20574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routing and middleware to build the REST API and the role checks.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25880"/>
            <a:ext cx="502920" cy="36576"/>
          </a:xfrm>
          <a:prstGeom prst="rect">
            <a:avLst/>
          </a:prstGeom>
          <a:solidFill>
            <a:srgbClr val="FFB3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1453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17465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· better-sqlite3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198424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20574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file database with relations and constraints. Ideal for a small portal.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66560" y="132588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325880"/>
            <a:ext cx="502920" cy="36576"/>
          </a:xfrm>
          <a:prstGeom prst="rect">
            <a:avLst/>
          </a:prstGeom>
          <a:solidFill>
            <a:srgbClr val="F2E39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03720" y="1453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+ cookie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17465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198424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03720" y="205740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login. The httpOnly cookie keeps the token away from page scripts.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108960"/>
            <a:ext cx="502920" cy="365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32369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35295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" y="376732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360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salted hashes, so real passwords are never saved.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0" y="310896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3108960"/>
            <a:ext cx="502920" cy="36576"/>
          </a:xfrm>
          <a:prstGeom prst="rect">
            <a:avLst/>
          </a:prstGeom>
          <a:solidFill>
            <a:srgbClr val="FFB38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697480" y="32369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multer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2697480" y="35295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UPLOADS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97480" y="376732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697480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multipart uploads with size limit, type whitelist and random file names.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63440" y="310896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108960"/>
            <a:ext cx="502920" cy="36576"/>
          </a:xfrm>
          <a:prstGeom prst="rect">
            <a:avLst/>
          </a:prstGeom>
          <a:solidFill>
            <a:srgbClr val="F2E39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800600" y="32369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helmet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4800600" y="35295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· RATE LIMITING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376732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00600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HTTP headers and login throttling against brute-force attempts.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766560" y="3108960"/>
            <a:ext cx="1920240" cy="16459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0" y="3108960"/>
            <a:ext cx="502920" cy="3657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903720" y="32369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· CSS · JS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6903720" y="35295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· VS CODE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03720" y="3767328"/>
            <a:ext cx="1645920" cy="5486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903720" y="38404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single-page UI with no framework to learn; built and tested in VS Code.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  ·  ASSIGNMENT SUBMISSION PORTAL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155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USER FLOW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login to graded marks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4901184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Department of Data Science  ·  Malla Reddy Technical Campus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12141C"/>
          </a:solidFill>
          <a:ln w="15875">
            <a:solidFill>
              <a:srgbClr val="7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344168"/>
            <a:ext cx="1371600" cy="512064"/>
          </a:xfrm>
          <a:prstGeom prst="roundRect">
            <a:avLst>
              <a:gd name="adj" fmla="val 12500"/>
            </a:avLst>
          </a:prstGeom>
          <a:solidFill>
            <a:srgbClr val="1A1D28"/>
          </a:solidFill>
          <a:ln w="15875">
            <a:solidFill>
              <a:srgbClr val="B7A3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13441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261872"/>
            <a:ext cx="1188720" cy="676656"/>
          </a:xfrm>
          <a:prstGeom prst="diamond">
            <a:avLst/>
          </a:prstGeom>
          <a:solidFill>
            <a:srgbClr val="1A1D28"/>
          </a:solidFill>
          <a:ln w="15875">
            <a:solidFill>
              <a:srgbClr val="F2E3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126187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E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44168"/>
            <a:ext cx="1280160" cy="512064"/>
          </a:xfrm>
          <a:prstGeom prst="roundRect">
            <a:avLst>
              <a:gd name="adj" fmla="val 12500"/>
            </a:avLst>
          </a:prstGeom>
          <a:solidFill>
            <a:srgbClr val="1A1D28"/>
          </a:solidFill>
          <a:ln w="15875">
            <a:solidFill>
              <a:srgbClr val="B7A3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344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cookie issued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261872"/>
            <a:ext cx="1097280" cy="676656"/>
          </a:xfrm>
          <a:prstGeom prst="diamond">
            <a:avLst/>
          </a:prstGeom>
          <a:solidFill>
            <a:srgbClr val="1A1D28"/>
          </a:solidFill>
          <a:ln w="15875">
            <a:solidFill>
              <a:srgbClr val="F2E3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261872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E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80160" y="1600200"/>
            <a:ext cx="27432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26080" y="1600200"/>
            <a:ext cx="27432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1600200"/>
            <a:ext cx="36576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35040" y="1600200"/>
            <a:ext cx="22860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407408" y="13898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10972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No: error, retry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12280" y="1938528"/>
            <a:ext cx="0" cy="201168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2139696"/>
            <a:ext cx="448056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2139696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2139696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2286000"/>
            <a:ext cx="3749040" cy="2542032"/>
          </a:xfrm>
          <a:prstGeom prst="rect">
            <a:avLst/>
          </a:prstGeom>
          <a:solidFill>
            <a:srgbClr val="12141C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286000"/>
            <a:ext cx="3749040" cy="274320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267919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7FE3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26791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26791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assignment: title, deadline, max marks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31720" y="3081528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" y="322783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7FE3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32278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32278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submissions of own assignment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31720" y="3630168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1520" y="377647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7FE3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377647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37764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submitted file (owner check)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31720" y="4178808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1520" y="432511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7FE3C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4325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188720" y="4325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 to max marks, add feedback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37760" y="2286000"/>
            <a:ext cx="3749040" cy="2542032"/>
          </a:xfrm>
          <a:prstGeom prst="rect">
            <a:avLst/>
          </a:prstGeom>
          <a:solidFill>
            <a:srgbClr val="12141C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286000"/>
            <a:ext cx="3749040" cy="274320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07492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12080" y="267919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B7A3F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03520" y="26791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669280" y="26791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assignments with their status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12280" y="3081528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212080" y="322783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B7A3F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03520" y="32278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669280" y="322783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one file: type and 10 MB check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12280" y="3630168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212080" y="377647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B7A3F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303520" y="377647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669280" y="37764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check: on time or marked late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12280" y="4178808"/>
            <a:ext cx="0" cy="146304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212080" y="4325112"/>
            <a:ext cx="3200400" cy="402336"/>
          </a:xfrm>
          <a:prstGeom prst="roundRect">
            <a:avLst>
              <a:gd name="adj" fmla="val 15909"/>
            </a:avLst>
          </a:prstGeom>
          <a:solidFill>
            <a:srgbClr val="1A1D28"/>
          </a:solidFill>
          <a:ln w="12700">
            <a:solidFill>
              <a:srgbClr val="B7A3F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303520" y="4325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A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5669280" y="4325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until graded, then see marks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  ·  ASSIGNMENT SUBMISSION PORTAL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155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REQUEST FLOW &amp; SECURITY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request is checked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4901184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Department of Data Science  ·  Malla Reddy Technical Campus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9FA1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from the browser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81328" y="1760220"/>
            <a:ext cx="18288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64208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B7A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19072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JWT cookie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88336" y="1760220"/>
            <a:ext cx="18288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71216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B7A3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teacher?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95344" y="1760220"/>
            <a:ext cx="18288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78224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B7A3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33088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your data?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02352" y="1760220"/>
            <a:ext cx="18288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85232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B7A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0096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7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file type, 10 MB, marks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09360" y="1760220"/>
            <a:ext cx="18288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92240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7FE3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516368" y="1760220"/>
            <a:ext cx="18288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99248" y="132588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A1D28"/>
          </a:solidFill>
          <a:ln w="15875">
            <a:solidFill>
              <a:srgbClr val="7FE3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54112" y="1344168"/>
            <a:ext cx="914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76272" y="2194560"/>
            <a:ext cx="0" cy="182880"/>
          </a:xfrm>
          <a:prstGeom prst="line">
            <a:avLst/>
          </a:prstGeom>
          <a:noFill/>
          <a:ln w="12700">
            <a:solidFill>
              <a:srgbClr val="FFB38A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664208" y="2377440"/>
            <a:ext cx="1024128" cy="658368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709928" y="23774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log in / session expired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194560"/>
            <a:ext cx="0" cy="182880"/>
          </a:xfrm>
          <a:prstGeom prst="line">
            <a:avLst/>
          </a:prstGeom>
          <a:noFill/>
          <a:ln w="12700">
            <a:solidFill>
              <a:srgbClr val="FFB38A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71216" y="2377440"/>
            <a:ext cx="1024128" cy="658368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16936" y="23774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that role can do this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90288" y="2194560"/>
            <a:ext cx="0" cy="182880"/>
          </a:xfrm>
          <a:prstGeom prst="line">
            <a:avLst/>
          </a:prstGeom>
          <a:noFill/>
          <a:ln w="12700">
            <a:solidFill>
              <a:srgbClr val="FFB38A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078224" y="2377440"/>
            <a:ext cx="1024128" cy="658368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23944" y="23774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(not your data)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97296" y="2194560"/>
            <a:ext cx="0" cy="182880"/>
          </a:xfrm>
          <a:prstGeom prst="line">
            <a:avLst/>
          </a:prstGeom>
          <a:noFill/>
          <a:ln w="12700">
            <a:solidFill>
              <a:srgbClr val="FFB38A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285232" y="2377440"/>
            <a:ext cx="1024128" cy="658368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30952" y="23774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/ 409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input, or graded and locked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25786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failed check stops the request with an error.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246120"/>
            <a:ext cx="5120640" cy="155448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246120"/>
            <a:ext cx="5120640" cy="2377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4360" y="32461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routes/assignments.js   late detection and resubmit lock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3566160"/>
            <a:ext cx="228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68680" y="3566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now &gt;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(a.deadline) ?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(existing &amp;&amp; existing.marks !==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discard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'This submission is already graded and locked.'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06440" y="3246120"/>
            <a:ext cx="2880360" cy="155448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6440" y="3246120"/>
            <a:ext cx="502920" cy="3657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943600" y="3337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RULES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943600" y="358444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checks file type and size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 set by comparing with the deadline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replaces the old file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work is locked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  ·  ASSIGNMENT SUBMISSION PORTAL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155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DATABASE &amp; API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tables, one REST API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4901184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Department of Data Science  ·  Malla Reddy Technical Campus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783080" cy="1371600"/>
          </a:xfrm>
          <a:prstGeom prst="rect">
            <a:avLst/>
          </a:prstGeom>
          <a:solidFill>
            <a:srgbClr val="1A1D28"/>
          </a:solidFill>
          <a:ln w="12700">
            <a:solidFill>
              <a:srgbClr val="7FE3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1783080" cy="256032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325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636776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student/teacher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783080" cy="1554480"/>
          </a:xfrm>
          <a:prstGeom prst="rect">
            <a:avLst/>
          </a:prstGeom>
          <a:solidFill>
            <a:srgbClr val="1A1D28"/>
          </a:solidFill>
          <a:ln w="12700">
            <a:solidFill>
              <a:srgbClr val="B7A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1783080" cy="256032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00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11296"/>
            <a:ext cx="1645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teacher_id  FK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max_marks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1325880"/>
            <a:ext cx="1783080" cy="3429000"/>
          </a:xfrm>
          <a:prstGeom prst="rect">
            <a:avLst/>
          </a:prstGeom>
          <a:solidFill>
            <a:srgbClr val="1A1D28"/>
          </a:solidFill>
          <a:ln w="12700">
            <a:solidFill>
              <a:srgbClr val="FFB3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1325880"/>
            <a:ext cx="1783080" cy="256032"/>
          </a:xfrm>
          <a:prstGeom prst="rect">
            <a:avLst/>
          </a:prstGeom>
          <a:solidFill>
            <a:srgbClr val="FFB3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54680" y="1325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1636776"/>
            <a:ext cx="16459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assignment_id  FK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 FK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original_name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submitted_at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is_late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graded_at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(assignment_id,</a:t>
            </a:r>
            <a:endParaRPr lang="en-US" sz="8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student_id)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40280" y="1783080"/>
            <a:ext cx="82296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240280" y="1600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44168" y="2697480"/>
            <a:ext cx="0" cy="50292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389888" y="28346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teacher_id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240280" y="3931920"/>
            <a:ext cx="822960" cy="0"/>
          </a:xfrm>
          <a:prstGeom prst="line">
            <a:avLst/>
          </a:prstGeom>
          <a:noFill/>
          <a:ln w="15875">
            <a:solidFill>
              <a:srgbClr val="9FA1B5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240280" y="37490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assignment_id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1280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ROUTES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150876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3792" y="150876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150876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 · /login · /logout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20640" y="192024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93792" y="192024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192024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/api/auth/me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20640" y="233172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93792" y="233172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5806440" y="233172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/api/assignments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(role-specific data)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20640" y="274320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93792" y="274320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PUT DEL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5806440" y="274320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/api/assignments[/:id]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(owner)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0640" y="315468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93792" y="315468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5806440" y="315468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/api/assignments/:id/submissions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(owner)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20640" y="356616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93792" y="356616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356616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/api/assignments/:id/submit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120640" y="397764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93792" y="397764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397764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/api/submissions/:id/file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student / owning teacher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0640" y="4389120"/>
            <a:ext cx="3566160" cy="374904"/>
          </a:xfrm>
          <a:prstGeom prst="rect">
            <a:avLst/>
          </a:prstGeom>
          <a:solidFill>
            <a:srgbClr val="1A1D28"/>
          </a:solidFill>
          <a:ln w="6350">
            <a:solidFill>
              <a:srgbClr val="34384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93792" y="4389120"/>
            <a:ext cx="566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5806440" y="4389120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/api/submissions/:id/grade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9F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teacher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  ·  ASSIGNMENT SUBMISSION PORTAL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155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RESULTS &amp; CONCLUSION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Turnin delivers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4901184"/>
            <a:ext cx="8229600" cy="7315"/>
          </a:xfrm>
          <a:prstGeom prst="rect">
            <a:avLst/>
          </a:prstGeom>
          <a:solidFill>
            <a:srgbClr val="3438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BWT Hackathon  ·  Department of Data Science  ·  Malla Reddy Technical Campus</a:t>
            </a:r>
            <a:endParaRPr lang="en-US" sz="750" dirty="0"/>
          </a:p>
        </p:txBody>
      </p:sp>
      <p:pic>
        <p:nvPicPr>
          <p:cNvPr id="9" name="Image 0" descr="/home/claude/img2/n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3291840" cy="2178084"/>
          </a:xfrm>
          <a:prstGeom prst="rect">
            <a:avLst/>
          </a:prstGeom>
        </p:spPr>
      </p:pic>
      <p:pic>
        <p:nvPicPr>
          <p:cNvPr id="10" name="Image 1" descr="/home/claude/img2/n-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404"/>
            <a:ext cx="3291840" cy="113682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330228"/>
            <a:ext cx="1371600" cy="17373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2920" y="333022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DASHBOARD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57200" y="4558490"/>
            <a:ext cx="1737360" cy="17373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4558490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21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 GRADING VIEW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114800" y="1325880"/>
            <a:ext cx="4572000" cy="160020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14800" y="1325880"/>
            <a:ext cx="502920" cy="36576"/>
          </a:xfrm>
          <a:prstGeom prst="rect">
            <a:avLst/>
          </a:prstGeom>
          <a:solidFill>
            <a:srgbClr val="7FE3C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251960" y="14173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4251960" y="1645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shows a progress ring, summary counts and filters (All / To do / Submitted / Graded), with a status tag on each assignment.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see every submission with its late tag, file link and grade status.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safely: wrong password, duplicate email, bad teacher code, disallowed file type, file over 10 MB, marks out of range, resubmitting after grading, opening another user’s file.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0" y="3017520"/>
            <a:ext cx="4572000" cy="731520"/>
          </a:xfrm>
          <a:prstGeom prst="rect">
            <a:avLst/>
          </a:prstGeom>
          <a:solidFill>
            <a:srgbClr val="1A1D28"/>
          </a:solidFill>
          <a:ln w="9525">
            <a:solidFill>
              <a:srgbClr val="34384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0" y="3017520"/>
            <a:ext cx="502920" cy="36576"/>
          </a:xfrm>
          <a:prstGeom prst="rect">
            <a:avLst/>
          </a:prstGeom>
          <a:solidFill>
            <a:srgbClr val="B7A3F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51960" y="309067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7A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   </a:t>
            </a:r>
            <a:pPr indent="0" marL="0">
              <a:buNone/>
            </a:pPr>
            <a:r>
              <a:rPr lang="en-US" sz="115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 gives a secure, role-based way to publish, submit and grade assignments in one place.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411480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114800" y="4069080"/>
            <a:ext cx="1088136" cy="457200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60520" y="406908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deadline reminders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276088" y="4069080"/>
            <a:ext cx="1088136" cy="457200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321808" y="406908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file uploads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437376" y="4069080"/>
            <a:ext cx="1088136" cy="457200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83096" y="406908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Course-wise grouping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598664" y="4069080"/>
            <a:ext cx="1088136" cy="457200"/>
          </a:xfrm>
          <a:prstGeom prst="rect">
            <a:avLst/>
          </a:prstGeom>
          <a:solidFill>
            <a:srgbClr val="1A1D28"/>
          </a:solidFill>
          <a:ln w="9525">
            <a:solidFill>
              <a:srgbClr val="FFB38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644384" y="406908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export to CSV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114800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7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2026-10-10T05:10:40Z</dcterms:created>
  <dcterms:modified xsi:type="dcterms:W3CDTF">2026-10-10T05:10:40Z</dcterms:modified>
</cp:coreProperties>
</file>